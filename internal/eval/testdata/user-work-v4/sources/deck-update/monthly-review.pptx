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  <p:notesMasterIdLst>
    <p:notesMasterId r:id="rId4"/>
  </p:notesMaster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theme" Target="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hf dt="0" hdr="0" ftr="0" sldNum="0"/>
  <p:txStyles/>
</p:notes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2000" y="457200"/>
            <a:ext cx="106680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17365D"/>
                </a:solidFill>
              </a:rPr>
              <a:t>Atlas monthly review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62000" y="1600200"/>
            <a:ext cx="1066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800">
                <a:solidFill>
                  <a:srgbClr val="275D8C"/>
                </a:solidFill>
              </a:rPr>
              <a:t>September 2026 draft
Prepared for operations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2000" y="457200"/>
            <a:ext cx="106680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17365D"/>
                </a:solidFill>
              </a:rPr>
              <a:t>Service health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62000" y="1600200"/>
            <a:ext cx="1066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800">
                <a:solidFill>
                  <a:srgbClr val="275D8C"/>
                </a:solidFill>
              </a:rPr>
              <a:t>Availability: 99.2%
Open priority-one tickets: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2000" y="457200"/>
            <a:ext cx="106680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17365D"/>
                </a:solidFill>
              </a:rPr>
              <a:t>Next actions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62000" y="1600200"/>
            <a:ext cx="1066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800">
                <a:solidFill>
                  <a:srgbClr val="275D8C"/>
                </a:solidFill>
              </a:rPr>
              <a:t>Support to review export alerts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tor">
  <a:themeElements>
    <a:clrScheme name="Gator">
      <a:dk1>
        <a:srgbClr val="000000"/>
      </a:dk1>
      <a:lt1>
        <a:srgbClr val="FFFFFF"/>
      </a:lt1>
      <a:dk2>
        <a:srgbClr val="222222"/>
      </a:dk2>
      <a:lt2>
        <a:srgbClr val="F5F7FA"/>
      </a:lt2>
      <a:accent1>
        <a:srgbClr val="17365D"/>
      </a:accent1>
      <a:accent2>
        <a:srgbClr val="275D8C"/>
      </a:accent2>
      <a:accent3>
        <a:srgbClr val="70AD47"/>
      </a:accent3>
      <a:accent4>
        <a:srgbClr val="FFC000"/>
      </a:accent4>
      <a:accent5>
        <a:srgbClr val="ED7D31"/>
      </a:accent5>
      <a:accent6>
        <a:srgbClr val="A5A5A5"/>
      </a:accent6>
      <a:hlink>
        <a:srgbClr val="0563C1"/>
      </a:hlink>
      <a:folHlink>
        <a:srgbClr val="954F72"/>
      </a:folHlink>
    </a:clrScheme>
    <a:fontScheme name="Gator">
      <a:majorFont>
        <a:latin typeface="Aptos Display"/>
      </a:majorFont>
      <a:minorFont>
        <a:latin typeface="Aptos"/>
      </a:minorFont>
    </a:fontScheme>
    <a:fmtScheme name="Gator">
      <a:fillStyleLst/>
      <a:lnStyleLst/>
      <a:effectStyleLst/>
      <a:bgFillStyleLst/>
    </a:fmtScheme>
  </a:themeElements>
</a:theme>
</file>