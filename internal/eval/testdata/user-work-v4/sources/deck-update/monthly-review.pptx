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notesMasterIdLst>
    <p:notesMasterId r:id="rId4"/>
  </p:notesMasterIdLst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notesMaster" Target="notesMasters/notesMaster1.xml"/><Relationship Id="rId5" Type="http://schemas.openxmlformats.org/officeDocument/2006/relationships/theme" Target="theme/theme1.xml"/><Relationship Id="rId6" Type="http://schemas.openxmlformats.org/officeDocument/2006/relationships/slideMaster" Target="slideMasters/slideMaster1.xml"/><Relationship Id="rId7" Type="http://schemas.openxmlformats.org/officeDocument/2006/relationships/presProps" Target="presProp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dt="0" hdr="0" ftr="0" sldNum="0"/>
  <p:notesStyle/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62000" y="457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7365D"/>
                </a:solidFill>
              </a:rPr>
              <a:t>Atlas monthly review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2000" y="1600200"/>
            <a:ext cx="10668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275D8C"/>
                </a:solidFill>
              </a:rPr>
              <a:t>September 2026 draft</a:t>
            </a:r>
          </a:p>
          <a:p>
            <a:r>
              <a:rPr lang="en-US" sz="1800">
                <a:solidFill>
                  <a:srgbClr val="275D8C"/>
                </a:solidFill>
              </a:rPr>
              <a:t>Prepared for operations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62000" y="457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7365D"/>
                </a:solidFill>
              </a:rPr>
              <a:t>Service health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2000" y="1600200"/>
            <a:ext cx="10668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275D8C"/>
                </a:solidFill>
              </a:rPr>
              <a:t>Availability: 99.2%</a:t>
            </a:r>
          </a:p>
          <a:p>
            <a:r>
              <a:rPr lang="en-US" sz="1800">
                <a:solidFill>
                  <a:srgbClr val="275D8C"/>
                </a:solidFill>
              </a:rPr>
              <a:t>Open priority-one tickets: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62000" y="457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17365D"/>
                </a:solidFill>
              </a:rPr>
              <a:t>Next actions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62000" y="1600200"/>
            <a:ext cx="10668000" cy="457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275D8C"/>
                </a:solidFill>
              </a:rPr>
              <a:t>Support to review export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tor">
  <a:themeElements>
    <a:clrScheme name="Gator">
      <a:dk1>
        <a:srgbClr val="000000"/>
      </a:dk1>
      <a:lt1>
        <a:srgbClr val="FFFFFF"/>
      </a:lt1>
      <a:dk2>
        <a:srgbClr val="222222"/>
      </a:dk2>
      <a:lt2>
        <a:srgbClr val="F5F7FA"/>
      </a:lt2>
      <a:accent1>
        <a:srgbClr val="17365D"/>
      </a:accent1>
      <a:accent2>
        <a:srgbClr val="275D8C"/>
      </a:accent2>
      <a:accent3>
        <a:srgbClr val="70AD47"/>
      </a:accent3>
      <a:accent4>
        <a:srgbClr val="FFC000"/>
      </a:accent4>
      <a:accent5>
        <a:srgbClr val="ED7D31"/>
      </a:accent5>
      <a:accent6>
        <a:srgbClr val="A5A5A5"/>
      </a:accent6>
      <a:hlink>
        <a:srgbClr val="0563C1"/>
      </a:hlink>
      <a:folHlink>
        <a:srgbClr val="954F72"/>
      </a:folHlink>
    </a:clrScheme>
    <a:fontScheme name="Gator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Gato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